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3716121"/>
            <a:ext cx="11184128" cy="133136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2800">
                <a:latin typeface="Arial"/>
              </a:rPr>
              <a:t>Roadmap and priorities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1711756"/>
            <a:ext cx="11184128" cy="171175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/>
            <a:r>
              <a:rPr lang="en-US" sz="4400" b="1">
                <a:latin typeface="Arial"/>
              </a:rPr>
              <a:t>Annual Plan 2026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