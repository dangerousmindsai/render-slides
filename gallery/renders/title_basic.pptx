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3004800" cy="7315200" type="wide"/>
  <p:notesSz cx="6858000" cy="9144000"/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0336" y="3716121"/>
            <a:ext cx="11184128" cy="42671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2800">
                <a:latin typeface="Arial"/>
              </a:rPr>
              <a:t>Roadmap and priorities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10336" y="1711756"/>
            <a:ext cx="11184128" cy="67056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buNone/>
            </a:pPr>
            <a:r>
              <a:rPr lang="en-US" sz="4400" b="1">
                <a:latin typeface="Arial"/>
              </a:rPr>
              <a:t>Annual Plan 2026</a:t>
            </a:r>
          </a:p>
        </p:txBody>
      </p:sp>
    </p:spTree>
  </p:cSld>
  <p:clrMapOvr>
    <a:masterClrMapping/>
  </p:clrMapOvr>
</p:sld>
</file>

<file path=docProps/app.xml><?xml version="1.0" encoding="utf-8"?>
<Properties xmlns="http://schemas.openxmlformats.org/officeDocument/2006/extended-properties" xmlns:vt="http://schemas.openxmlformats.org/officeDocument/2006/docPropsVTypes">
  <Application>render-slides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render-slides deck</dc:title>
  <dc:creator>render-slides</dc:creator>
</cp:coreProperties>
</file>