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Sz cx="13004800" cy="7315200" type="wide"/>
  <p:notesSz cx="6858000" cy="9144000"/>
  <p:sldIdLst>
    <p:sldId id="256" r:id="rId1"/>
  </p:sldIdLst>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0336" y="1806854"/>
            <a:ext cx="3095142" cy="4160520"/>
          </a:xfrm>
          <a:prstGeom prst="rect">
            <a:avLst/>
          </a:prstGeom>
          <a:noFill/>
        </p:spPr>
        <p:txBody>
          <a:bodyPr wrap="square" lIns="0" rIns="0" tIns="0" bIns="0"/>
          <a:lstStyle/>
          <a:p>
            <a:pPr algn="l">
              <a:buNone/>
            </a:pPr>
            <a:r>
              <a:rPr lang="en-US" sz="2100">
                <a:latin typeface="Arial"/>
              </a:rPr>
              <a:t>This is a much narrower left column because the split is 0.3. This is a much narrower left column because the split is 0.3. This is a much narrower left column because the split is 0.3. This is a much narrower left column because the split is 0.3. This is a much narrower left column because the split is 0.3.</a:t>
            </a:r>
          </a:p>
        </p:txBody>
      </p:sp>
      <p:sp>
        <p:nvSpPr>
          <p:cNvPr id="3" name="TextBox 3"/>
          <p:cNvSpPr txBox="1"/>
          <p:nvPr/>
        </p:nvSpPr>
        <p:spPr>
          <a:xfrm>
            <a:off x="4525670" y="1806854"/>
            <a:ext cx="7568793" cy="3352800"/>
          </a:xfrm>
          <a:prstGeom prst="rect">
            <a:avLst/>
          </a:prstGeom>
          <a:noFill/>
        </p:spPr>
        <p:txBody>
          <a:bodyPr wrap="square" lIns="0" rIns="0" tIns="0" bIns="0"/>
          <a:lstStyle/>
          <a:p>
            <a:pPr algn="l">
              <a:buNone/>
            </a:pPr>
            <a:r>
              <a:rPr lang="en-US" sz="2200">
                <a:latin typeface="Arial"/>
              </a:rPr>
              <a:t>This is the right column, which should be significantly wider. This is the right column, which should be significantly wider. This is the right column, which should be significantly wider. This is the right column, which should be significantly wider. This is the right column, which should be significantly wider. This is the right column, which should be significantly wider. This is the right column, which should be significantly wider. This is the right column, which should be significantly wider. This is the right column, which should be significantly wider. This is the right column, which should be significantly wider.</a:t>
            </a:r>
          </a:p>
        </p:txBody>
      </p:sp>
      <p:sp>
        <p:nvSpPr>
          <p:cNvPr id="4" name="TextBox 4"/>
          <p:cNvSpPr txBox="1"/>
          <p:nvPr/>
        </p:nvSpPr>
        <p:spPr>
          <a:xfrm>
            <a:off x="910336" y="460857"/>
            <a:ext cx="11184128" cy="548640"/>
          </a:xfrm>
          <a:prstGeom prst="rect">
            <a:avLst/>
          </a:prstGeom>
          <a:noFill/>
        </p:spPr>
        <p:txBody>
          <a:bodyPr wrap="square" lIns="0" rIns="0" tIns="0" bIns="0"/>
          <a:lstStyle/>
          <a:p>
            <a:pPr algn="l">
              <a:buNone/>
            </a:pPr>
            <a:r>
              <a:rPr lang="en-US" sz="3600" b="1">
                <a:latin typeface="Arial"/>
              </a:rPr>
              <a:t>Uneven Split Test (30% / 70%)</a:t>
            </a:r>
          </a:p>
        </p:txBody>
      </p:sp>
    </p:spTree>
  </p:cSld>
  <p:clrMapOvr>
    <a:masterClrMapping/>
  </p:clrMapOvr>
</p:sld>
</file>

<file path=docProps/app.xml><?xml version="1.0" encoding="utf-8"?>
<Properties xmlns="http://schemas.openxmlformats.org/officeDocument/2006/extended-properties" xmlns:vt="http://schemas.openxmlformats.org/officeDocument/2006/docPropsVTypes">
  <Application>render-slides</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render-slides deck</dc:title>
  <dc:creator>render-slides</dc:creator>
</cp:coreProperties>
</file>