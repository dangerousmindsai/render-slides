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Sz cx="13004800" cy="7315200" type="wide"/>
  <p:notesSz cx="6858000" cy="9144000"/>
  <p:sldIdLst>
    <p:sldId id="256" r:id="rId1"/>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1806854"/>
            <a:ext cx="5331968" cy="335280"/>
          </a:xfrm>
          <a:prstGeom prst="rect">
            <a:avLst/>
          </a:prstGeom>
          <a:noFill/>
        </p:spPr>
        <p:txBody>
          <a:bodyPr wrap="square" lIns="0" rIns="0" tIns="0" bIns="0"/>
          <a:lstStyle/>
          <a:p>
            <a:pPr algn="l">
              <a:buNone/>
            </a:pPr>
            <a:r>
              <a:rPr lang="en-US" sz="2200">
                <a:latin typeface="Arial"/>
              </a:rPr>
              <a:t>Short text.</a:t>
            </a:r>
          </a:p>
        </p:txBody>
      </p:sp>
      <p:sp>
        <p:nvSpPr>
          <p:cNvPr id="3" name="TextBox 3"/>
          <p:cNvSpPr txBox="1"/>
          <p:nvPr/>
        </p:nvSpPr>
        <p:spPr>
          <a:xfrm>
            <a:off x="6762496" y="1806854"/>
            <a:ext cx="5331968" cy="5791200"/>
          </a:xfrm>
          <a:prstGeom prst="rect">
            <a:avLst/>
          </a:prstGeom>
          <a:noFill/>
        </p:spPr>
        <p:txBody>
          <a:bodyPr wrap="square" lIns="0" rIns="0" tIns="0" bIns="0"/>
          <a:lstStyle/>
          <a:p>
            <a:pPr algn="l">
              <a:buNone/>
            </a:pPr>
            <a:r>
              <a:rPr lang="en-US" sz="1000">
                <a:latin typeface="Arial"/>
              </a:rPr>
              <a:t>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 Extremely long text.</a:t>
            </a:r>
          </a:p>
        </p:txBody>
      </p:sp>
      <p:sp>
        <p:nvSpPr>
          <p:cNvPr id="4" name="TextBox 4"/>
          <p:cNvSpPr txBox="1"/>
          <p:nvPr/>
        </p:nvSpPr>
        <p:spPr>
          <a:xfrm>
            <a:off x="910336" y="460857"/>
            <a:ext cx="11184128" cy="548640"/>
          </a:xfrm>
          <a:prstGeom prst="rect">
            <a:avLst/>
          </a:prstGeom>
          <a:noFill/>
        </p:spPr>
        <p:txBody>
          <a:bodyPr wrap="square" lIns="0" rIns="0" tIns="0" bIns="0"/>
          <a:lstStyle/>
          <a:p>
            <a:pPr algn="l">
              <a:buNone/>
            </a:pPr>
            <a:r>
              <a:rPr lang="en-US" sz="3600" b="1">
                <a:latin typeface="Arial"/>
              </a:rPr>
              <a:t>Text Length Stress Test</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Application>render-slides</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render-slides deck</dc:title>
  <dc:creator>render-slides</dc:creator>
</cp:coreProperties>
</file>