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4096512"/>
            <a:ext cx="11184128" cy="114117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2400">
                <a:latin typeface="Arial"/>
              </a:rPr>
              <a:t>Q2 priorities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2289657"/>
            <a:ext cx="11184128" cy="161665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4600" b="1">
                <a:latin typeface="Arial"/>
              </a:rPr>
              <a:t>Customer Outcomes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