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4422" y="5142585"/>
            <a:ext cx="10663936" cy="85587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lang="en-US" sz="2200" b="1">
                <a:latin typeface="Arial"/>
              </a:rPr>
              <a:t>— Engineering Playbook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44422" y="1711756"/>
            <a:ext cx="10663936" cy="305043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lang="en-US" sz="3400">
                <a:latin typeface="Arial"/>
              </a:rPr>
              <a:t>Quality is everyone’s responsibility.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