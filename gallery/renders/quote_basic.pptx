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Sz cx="13004800" cy="7315200" type="wide"/>
  <p:notesSz cx="6858000" cy="9144000"/>
  <p:sldIdLst>
    <p:sldId id="256" r:id="rId1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4422" y="5142585"/>
            <a:ext cx="10663936" cy="3352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buNone/>
            </a:pPr>
            <a:r>
              <a:rPr lang="en-US" sz="2200" b="1">
                <a:latin typeface="Arial"/>
              </a:rPr>
              <a:t>— Engineering Playbook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44422" y="1711756"/>
            <a:ext cx="10663936" cy="5181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buNone/>
            </a:pPr>
            <a:r>
              <a:rPr lang="en-US" sz="3400">
                <a:latin typeface="Arial"/>
              </a:rPr>
              <a:t>Quality is everyone’s responsibility.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render-slides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render-slides deck</dc:title>
  <dc:creator>render-slides</dc:creator>
</cp:coreProperties>
</file>