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slides/slide2.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Sz cx="13004800" cy="7315200" type="wide"/>
  <p:notesSz cx="6858000" cy="9144000"/>
  <p:sldIdLst>
    <p:sldId id="256" r:id="rId1"/>
    <p:sldId id="257" r:id="rId2"/>
  </p:sldIdLst>
</p:presentation>
</file>

<file path=ppt/_rels/presentation.xml.rels><?xml version="1.0" encoding="UTF-8" standalone="yes"?><Relationships xmlns="http://schemas.openxmlformats.org/package/2006/relationships"><Relationship Id="rId1" Type="http://schemas.openxmlformats.org/officeDocument/2006/relationships/slide" Target="slides/slide1.xml"/><Relationship Id="rId2" Type="http://schemas.openxmlformats.org/officeDocument/2006/relationships/slide" Target="slides/slid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910336" y="1806854"/>
            <a:ext cx="5331968" cy="4608576"/>
          </a:xfrm>
          <a:prstGeom prst="rect">
            <a:avLst/>
          </a:prstGeom>
          <a:noFill/>
        </p:spPr>
        <p:txBody>
          <a:bodyPr wrap="square" lIns="0" rIns="0" tIns="0" bIns="0"/>
          <a:lstStyle/>
          <a:p>
            <a:pPr algn="l">
              <a:buNone/>
            </a:pPr>
            <a:r>
              <a:rPr lang="en-US" sz="1600" b="1">
                <a:latin typeface="Arial"/>
              </a:rPr>
              <a:t>Large Header</a:t>
            </a:r>
          </a:p>
          <a:p>
            <a:pPr algn="l">
              <a:buNone/>
            </a:pPr>
            <a:r>
              <a:rPr lang="en-US" sz="1600">
                <a:latin typeface="Arial"/>
              </a:rPr>
              <a:t>Here is a large block of text designed to test how well the autofit engine handles text that exceeds the bounds of the 22pt layout constraint. We want to see the text shrink linearly to match the box size.</a:t>
            </a:r>
          </a:p>
          <a:p>
            <a:pPr algn="l">
              <a:buNone/>
            </a:pPr>
            <a:r>
              <a:rPr lang="en-US" sz="1600" b="1">
                <a:latin typeface="Arial"/>
              </a:rPr>
              <a:t>Subheader</a:t>
            </a:r>
          </a:p>
          <a:p>
            <a:pPr algn="l">
              <a:buNone/>
            </a:pPr>
            <a:r>
              <a:rPr lang="en-US" sz="1600">
                <a:latin typeface="Arial"/>
              </a:rPr>
              <a:t>More text to push the limits of the bounding box. The left column is very tall but we will force it to shrink by adding an excessive amount of text. This is an excessive amount of text. This is an excessive amount of text. This is an excessive amount of text. This is an excessive amount of text. This is an excessive amount of text. This is an excessive amount of text. This is an excessive amount of text. This is an excessive amount of text. This is an excessive amount of text. This is an excessive amount of text. This is an excessive amount of text. This is an excessive amount of text. This is an excessive amount of text.</a:t>
            </a:r>
          </a:p>
        </p:txBody>
      </p:sp>
      <p:sp>
        <p:nvSpPr>
          <p:cNvPr id="3" name="TextBox 3"/>
          <p:cNvSpPr txBox="1"/>
          <p:nvPr/>
        </p:nvSpPr>
        <p:spPr>
          <a:xfrm>
            <a:off x="6762496" y="1806854"/>
            <a:ext cx="5331968" cy="1005840"/>
          </a:xfrm>
          <a:prstGeom prst="rect">
            <a:avLst/>
          </a:prstGeom>
          <a:noFill/>
        </p:spPr>
        <p:txBody>
          <a:bodyPr wrap="square" lIns="0" rIns="0" tIns="0" bIns="0"/>
          <a:lstStyle/>
          <a:p>
            <a:pPr algn="l">
              <a:buNone/>
            </a:pPr>
            <a:r>
              <a:rPr lang="en-US" sz="2200">
                <a:latin typeface="Arial"/>
              </a:rPr>
              <a:t>This is a short paragraph. It should stay at exactly 22pt and not shrink. The line spacing should look normal.</a:t>
            </a:r>
          </a:p>
        </p:txBody>
      </p:sp>
      <p:sp>
        <p:nvSpPr>
          <p:cNvPr id="4" name="TextBox 4"/>
          <p:cNvSpPr txBox="1"/>
          <p:nvPr/>
        </p:nvSpPr>
        <p:spPr>
          <a:xfrm>
            <a:off x="910336" y="460857"/>
            <a:ext cx="11184128" cy="548640"/>
          </a:xfrm>
          <a:prstGeom prst="rect">
            <a:avLst/>
          </a:prstGeom>
          <a:noFill/>
        </p:spPr>
        <p:txBody>
          <a:bodyPr wrap="square" lIns="0" rIns="0" tIns="0" bIns="0"/>
          <a:lstStyle/>
          <a:p>
            <a:pPr algn="l">
              <a:buNone/>
            </a:pPr>
            <a:r>
              <a:rPr lang="en-US" sz="3600" b="1">
                <a:latin typeface="Arial"/>
              </a:rPr>
              <a:t>Font Size Scaling (22pt &amp; Auto-fit)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910336" y="2092147"/>
            <a:ext cx="11184128" cy="4066031"/>
          </a:xfrm>
          <a:prstGeom prst="rect">
            <a:avLst/>
          </a:prstGeom>
          <a:noFill/>
        </p:spPr>
        <p:txBody>
          <a:bodyPr wrap="square" lIns="0" rIns="0" tIns="0" bIns="0"/>
          <a:lstStyle/>
          <a:p>
            <a:pPr algn="l">
              <a:buNone/>
            </a:pPr>
            <a:r>
              <a:rPr lang="en-US" sz="2300">
                <a:latin typeface="Arial"/>
              </a:rPr>
              <a:t>In the title body, the default size is 24pt. Let's add multiple paragraphs to see how paragraph spacing holds up under auto-fit constraints.</a:t>
            </a:r>
          </a:p>
          <a:p>
            <a:pPr algn="l">
              <a:buNone/>
            </a:pPr>
            <a:r>
              <a:rPr lang="en-US" sz="2300">
                <a:latin typeface="Arial"/>
              </a:rPr>
              <a:t>Second paragraph. This paragraph should have a small gap above it.</a:t>
            </a:r>
          </a:p>
          <a:p>
            <a:pPr algn="l">
              <a:buNone/>
            </a:pPr>
            <a:r>
              <a:rPr lang="en-US" sz="2300">
                <a:latin typeface="Arial"/>
              </a:rPr>
              <a:t>Third paragraph. We need to write enough text to force the text to shrink. So I will repeat this sentence. So I will repeat this sentence. So I will repeat this sentence. So I will repeat this sentence. So I will repeat this sentence. So I will repeat this sentence. So I will repeat this sentence. So I will repeat this sentence. So I will repeat this sentence. So I will repeat this sentence. So I will repeat this sentence. So I will repeat this sentence. So I will repeat this sentence. So I will repeat this sentence. So I will repeat this sentence. So I will repeat this sentence. So I will repeat this sentence. So I will repeat this sentence.</a:t>
            </a:r>
          </a:p>
        </p:txBody>
      </p:sp>
      <p:sp>
        <p:nvSpPr>
          <p:cNvPr id="3" name="TextBox 3"/>
          <p:cNvSpPr txBox="1"/>
          <p:nvPr/>
        </p:nvSpPr>
        <p:spPr>
          <a:xfrm>
            <a:off x="910336" y="687628"/>
            <a:ext cx="11184128" cy="609599"/>
          </a:xfrm>
          <a:prstGeom prst="rect">
            <a:avLst/>
          </a:prstGeom>
          <a:noFill/>
        </p:spPr>
        <p:txBody>
          <a:bodyPr wrap="square" lIns="0" rIns="0" tIns="0" bIns="0"/>
          <a:lstStyle/>
          <a:p>
            <a:pPr algn="l">
              <a:buNone/>
            </a:pPr>
            <a:r>
              <a:rPr lang="en-US" sz="4000" b="1">
                <a:latin typeface="Arial"/>
              </a:rPr>
              <a:t>Title Body (24pt &amp; Auto-fit)</a:t>
            </a:r>
          </a:p>
        </p:txBody>
      </p:sp>
    </p:spTree>
  </p:cSld>
  <p:clrMapOvr>
    <a:masterClrMapping/>
  </p:clrMapOvr>
</p:sld>
</file>

<file path=docProps/app.xml><?xml version="1.0" encoding="utf-8"?>
<Properties xmlns="http://schemas.openxmlformats.org/officeDocument/2006/extended-properties" xmlns:vt="http://schemas.openxmlformats.org/officeDocument/2006/docPropsVTypes">
  <Application>render-slides</Applicat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render-slides deck</dc:title>
  <dc:creator>render-slides</dc:creator>
</cp:coreProperties>
</file>