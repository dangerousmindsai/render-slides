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png" ContentType="image/png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3004800" cy="7315200" type="wide"/>
  <p:notesSz cx="6858000" cy="9144000"/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<Relationships xmlns="http://schemas.openxmlformats.org/package/2006/relationships"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9254" y="6188659"/>
            <a:ext cx="11613286" cy="76078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lang="en-US" sz="2000">
                <a:latin typeface="Arial"/>
              </a:rPr>
              <a:t>Updated analytics dashboard</a:t>
            </a:r>
          </a:p>
        </p:txBody>
      </p:sp>
      <p:pic>
        <p:nvPicPr>
          <p:cNvPr id="3" name="Image"/>
          <p:cNvPicPr/>
          <p:nvPr/>
        </p:nvPicPr>
        <p:blipFill>
          <a:blip r:embed="rId3"/>
          <a:stretch>
            <a:fillRect/>
          </a:stretch>
        </p:blipFill>
        <p:spPr>
          <a:xfrm>
            <a:off x="4257446" y="1426464"/>
            <a:ext cx="4476902" cy="447690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89254" y="460857"/>
            <a:ext cx="11613286" cy="85587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lang="en-US" sz="3200" b="1">
                <a:latin typeface="Arial"/>
              </a:rPr>
              <a:t>Product Preview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render-slides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render-slides deck</dc:title>
  <dc:creator>render-slides</dc:creator>
</cp:coreProperties>
</file>