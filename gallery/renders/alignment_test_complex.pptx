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 id="258" r:id="rId3"/>
    <p:sldId id="259" r:id="rId4"/>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463040"/>
          </a:xfrm>
          <a:prstGeom prst="rect">
            <a:avLst/>
          </a:prstGeom>
          <a:noFill/>
        </p:spPr>
        <p:txBody>
          <a:bodyPr wrap="square" lIns="0" rIns="0" tIns="0" bIns="0"/>
          <a:lstStyle/>
          <a:p>
            <a:pPr algn="l">
              <a:buNone/>
            </a:pPr>
            <a:r>
              <a:rPr lang="en-US" sz="2400">
                <a:latin typeface="Arial"/>
              </a:rPr>
              <a:t>This paragraph is testing the left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Alignment: left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463040"/>
          </a:xfrm>
          <a:prstGeom prst="rect">
            <a:avLst/>
          </a:prstGeom>
          <a:noFill/>
        </p:spPr>
        <p:txBody>
          <a:bodyPr wrap="square" lIns="0" rIns="0" tIns="0" bIns="0"/>
          <a:lstStyle/>
          <a:p>
            <a:pPr algn="ctr">
              <a:buNone/>
            </a:pPr>
            <a:r>
              <a:rPr lang="en-US" sz="2400">
                <a:latin typeface="Arial"/>
              </a:rPr>
              <a:t>This paragraph is testing the center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ctr">
              <a:buNone/>
            </a:pPr>
            <a:r>
              <a:rPr lang="en-US" sz="4000" b="1">
                <a:latin typeface="Arial"/>
              </a:rPr>
              <a:t>Alignment: center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463040"/>
          </a:xfrm>
          <a:prstGeom prst="rect">
            <a:avLst/>
          </a:prstGeom>
          <a:noFill/>
        </p:spPr>
        <p:txBody>
          <a:bodyPr wrap="square" lIns="0" rIns="0" tIns="0" bIns="0"/>
          <a:lstStyle/>
          <a:p>
            <a:pPr algn="r">
              <a:buNone/>
            </a:pPr>
            <a:r>
              <a:rPr lang="en-US" sz="2400">
                <a:latin typeface="Arial"/>
              </a:rPr>
              <a:t>This paragraph is testing the right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r">
              <a:buNone/>
            </a:pPr>
            <a:r>
              <a:rPr lang="en-US" sz="4000" b="1">
                <a:latin typeface="Arial"/>
              </a:rPr>
              <a:t>Alignment: right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1463040"/>
          </a:xfrm>
          <a:prstGeom prst="rect">
            <a:avLst/>
          </a:prstGeom>
          <a:noFill/>
        </p:spPr>
        <p:txBody>
          <a:bodyPr wrap="square" lIns="0" rIns="0" tIns="0" bIns="0"/>
          <a:lstStyle/>
          <a:p>
            <a:pPr algn="just">
              <a:buNone/>
            </a:pPr>
            <a:r>
              <a:rPr lang="en-US" sz="2400">
                <a:latin typeface="Arial"/>
              </a:rPr>
              <a:t>This paragraph is testing the justify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609599"/>
          </a:xfrm>
          <a:prstGeom prst="rect">
            <a:avLst/>
          </a:prstGeom>
          <a:noFill/>
        </p:spPr>
        <p:txBody>
          <a:bodyPr wrap="square" lIns="0" rIns="0" tIns="0" bIns="0"/>
          <a:lstStyle/>
          <a:p>
            <a:pPr algn="just">
              <a:buNone/>
            </a:pPr>
            <a:r>
              <a:rPr lang="en-US" sz="4000" b="1">
                <a:latin typeface="Arial"/>
              </a:rPr>
              <a:t>Alignment: justify</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