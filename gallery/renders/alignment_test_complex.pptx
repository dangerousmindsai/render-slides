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 id="257" r:id="rId2"/>
    <p:sldId id="258" r:id="rId3"/>
    <p:sldId id="259" r:id="rId4"/>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4096512"/>
          </a:xfrm>
          <a:prstGeom prst="rect">
            <a:avLst/>
          </a:prstGeom>
          <a:noFill/>
        </p:spPr>
        <p:txBody>
          <a:bodyPr wrap="square" lIns="0" rIns="0" tIns="0" bIns="0"/>
          <a:lstStyle/>
          <a:p>
            <a:pPr algn="l"/>
            <a:r>
              <a:rPr lang="en-US" sz="2400">
                <a:latin typeface="Arial"/>
              </a:rPr>
              <a:t>This paragraph is testing the left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1141171"/>
          </a:xfrm>
          <a:prstGeom prst="rect">
            <a:avLst/>
          </a:prstGeom>
          <a:noFill/>
        </p:spPr>
        <p:txBody>
          <a:bodyPr wrap="square" lIns="0" rIns="0" tIns="0" bIns="0"/>
          <a:lstStyle/>
          <a:p>
            <a:pPr algn="l"/>
            <a:r>
              <a:rPr lang="en-US" sz="4000" b="1">
                <a:latin typeface="Arial"/>
              </a:rPr>
              <a:t>Alignment: left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4096512"/>
          </a:xfrm>
          <a:prstGeom prst="rect">
            <a:avLst/>
          </a:prstGeom>
          <a:noFill/>
        </p:spPr>
        <p:txBody>
          <a:bodyPr wrap="square" lIns="0" rIns="0" tIns="0" bIns="0"/>
          <a:lstStyle/>
          <a:p>
            <a:pPr algn="ctr"/>
            <a:r>
              <a:rPr lang="en-US" sz="2400">
                <a:latin typeface="Arial"/>
              </a:rPr>
              <a:t>This paragraph is testing the center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1141171"/>
          </a:xfrm>
          <a:prstGeom prst="rect">
            <a:avLst/>
          </a:prstGeom>
          <a:noFill/>
        </p:spPr>
        <p:txBody>
          <a:bodyPr wrap="square" lIns="0" rIns="0" tIns="0" bIns="0"/>
          <a:lstStyle/>
          <a:p>
            <a:pPr algn="ctr"/>
            <a:r>
              <a:rPr lang="en-US" sz="4000" b="1">
                <a:latin typeface="Arial"/>
              </a:rPr>
              <a:t>Alignment: center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4096512"/>
          </a:xfrm>
          <a:prstGeom prst="rect">
            <a:avLst/>
          </a:prstGeom>
          <a:noFill/>
        </p:spPr>
        <p:txBody>
          <a:bodyPr wrap="square" lIns="0" rIns="0" tIns="0" bIns="0"/>
          <a:lstStyle/>
          <a:p>
            <a:pPr algn="r"/>
            <a:r>
              <a:rPr lang="en-US" sz="2400">
                <a:latin typeface="Arial"/>
              </a:rPr>
              <a:t>This paragraph is testing the right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1141171"/>
          </a:xfrm>
          <a:prstGeom prst="rect">
            <a:avLst/>
          </a:prstGeom>
          <a:noFill/>
        </p:spPr>
        <p:txBody>
          <a:bodyPr wrap="square" lIns="0" rIns="0" tIns="0" bIns="0"/>
          <a:lstStyle/>
          <a:p>
            <a:pPr algn="r"/>
            <a:r>
              <a:rPr lang="en-US" sz="4000" b="1">
                <a:latin typeface="Arial"/>
              </a:rPr>
              <a:t>Alignment: right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4096512"/>
          </a:xfrm>
          <a:prstGeom prst="rect">
            <a:avLst/>
          </a:prstGeom>
          <a:noFill/>
        </p:spPr>
        <p:txBody>
          <a:bodyPr wrap="square" lIns="0" rIns="0" tIns="0" bIns="0"/>
          <a:lstStyle/>
          <a:p>
            <a:pPr algn="just"/>
            <a:r>
              <a:rPr lang="en-US" sz="2400">
                <a:latin typeface="Arial"/>
              </a:rPr>
              <a:t>This paragraph is testing the justify alignment feature. We are repeating this text over and over to ensure that there are multiple lines of text that will be wrapped by the Pango shaping engine and the OpenXML PowerPoint rendering engine. The visual effect should be symmetric between the two formats.</a:t>
            </a:r>
          </a:p>
        </p:txBody>
      </p:sp>
      <p:sp>
        <p:nvSpPr>
          <p:cNvPr id="3" name="TextBox 3"/>
          <p:cNvSpPr txBox="1"/>
          <p:nvPr/>
        </p:nvSpPr>
        <p:spPr>
          <a:xfrm>
            <a:off x="910336" y="687628"/>
            <a:ext cx="11184128" cy="1141171"/>
          </a:xfrm>
          <a:prstGeom prst="rect">
            <a:avLst/>
          </a:prstGeom>
          <a:noFill/>
        </p:spPr>
        <p:txBody>
          <a:bodyPr wrap="square" lIns="0" rIns="0" tIns="0" bIns="0"/>
          <a:lstStyle/>
          <a:p>
            <a:pPr algn="just"/>
            <a:r>
              <a:rPr lang="en-US" sz="4000" b="1">
                <a:latin typeface="Arial"/>
              </a:rPr>
              <a:t>Alignment: justify</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