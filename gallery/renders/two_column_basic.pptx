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3004800" cy="7315200" type="wide"/>
  <p:notesSz cx="6858000" cy="9144000"/>
  <p:sldIdLst>
    <p:sldId id="256" r:id="rId1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0336" y="1806854"/>
            <a:ext cx="5331968" cy="495239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lang="en-US" sz="2200">
                <a:latin typeface="Arial"/>
              </a:rPr>
              <a:t>Platform hardening</a:t>
            </a:r>
          </a:p>
          <a:p>
            <a:pPr algn="l"/>
            <a:r>
              <a:rPr lang="en-US" sz="2200">
                <a:latin typeface="Arial"/>
              </a:rPr>
              <a:t>SDK upgrades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762496" y="1806854"/>
            <a:ext cx="5331968" cy="495239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lang="en-US" sz="2200">
                <a:latin typeface="Arial"/>
              </a:rPr>
              <a:t>Launch checklist</a:t>
            </a:r>
          </a:p>
          <a:p>
            <a:pPr algn="l"/>
            <a:r>
              <a:rPr lang="en-US" sz="2200">
                <a:latin typeface="Arial"/>
              </a:rPr>
              <a:t>Rollout support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10336" y="460857"/>
            <a:ext cx="11184128" cy="1046073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lang="en-US" sz="3600" b="1">
                <a:latin typeface="Arial"/>
              </a:rPr>
              <a:t>Execution Streams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render-slides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render-slides deck</dc:title>
  <dc:creator>render-slides</dc:creator>
</cp:coreProperties>
</file>