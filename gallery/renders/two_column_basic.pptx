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0336" y="1806854"/>
            <a:ext cx="5331968" cy="670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200">
                <a:latin typeface="Arial"/>
              </a:rPr>
              <a:t>Platform hardening</a:t>
            </a:r>
            <a:r>
              <a:rPr lang="en-US" sz="2200">
                <a:latin typeface="Arial"/>
              </a:rPr>
              <a:t>
</a:t>
            </a:r>
            <a:r>
              <a:rPr lang="en-US" sz="2200">
                <a:latin typeface="Arial"/>
              </a:rPr>
              <a:t>SDK upgrades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762496" y="1806854"/>
            <a:ext cx="5331968" cy="67056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200">
                <a:latin typeface="Arial"/>
              </a:rPr>
              <a:t>Launch checklist</a:t>
            </a:r>
            <a:r>
              <a:rPr lang="en-US" sz="2200">
                <a:latin typeface="Arial"/>
              </a:rPr>
              <a:t>
</a:t>
            </a:r>
            <a:r>
              <a:rPr lang="en-US" sz="2200">
                <a:latin typeface="Arial"/>
              </a:rPr>
              <a:t>Rollout support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0336" y="460857"/>
            <a:ext cx="11184128" cy="54864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3600" b="1">
                <a:latin typeface="Arial"/>
              </a:rPr>
              <a:t>Execution Streams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