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0336" y="1806854"/>
            <a:ext cx="5331968" cy="49523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lang="en-US" sz="2200">
                <a:latin typeface="Arial"/>
              </a:rPr>
              <a:t>Faster setup</a:t>
            </a:r>
          </a:p>
          <a:p>
            <a:pPr algn="l"/>
            <a:r>
              <a:rPr lang="en-US" sz="2200">
                <a:latin typeface="Arial"/>
              </a:rPr>
              <a:t>Lower flexibility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62496" y="1806854"/>
            <a:ext cx="5331968" cy="49523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lang="en-US" sz="2200">
                <a:latin typeface="Arial"/>
              </a:rPr>
              <a:t>Higher control</a:t>
            </a:r>
          </a:p>
          <a:p>
            <a:pPr algn="l"/>
            <a:r>
              <a:rPr lang="en-US" sz="2200">
                <a:latin typeface="Arial"/>
              </a:rPr>
              <a:t>Longer lead time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0336" y="460857"/>
            <a:ext cx="11184128" cy="104607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lang="en-US" sz="3600" b="1">
                <a:latin typeface="Arial"/>
              </a:rPr>
              <a:t>Option Tradeoffs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