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png" ContentType="image/png"/>
  <Default Extension="png" ContentType="image/png"/>
  <Default Extension="png" ContentType="image/png"/>
  <Default Extension="png" ContentType="image/png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3004800" cy="7315200" type="wide"/>
  <p:notesSz cx="6858000" cy="9144000"/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7152640" y="961813"/>
            <a:ext cx="5201920" cy="1733973"/>
          </a:xfrm>
          <a:prstGeom prst="rect">
            <a:avLst/>
          </a:prstGeom>
        </p:spPr>
      </p:pic>
      <p:pic>
        <p:nvPicPr>
          <p:cNvPr id="3" name="Image"/>
          <p:cNvPicPr/>
          <p:nvPr/>
        </p:nvPicPr>
        <p:blipFill>
          <a:blip r:embed="rId3"/>
          <a:srcRect l="20370" t="0" r="20370" b="0"/>
          <a:stretch>
            <a:fillRect/>
          </a:stretch>
        </p:blipFill>
        <p:spPr>
          <a:xfrm>
            <a:off x="650240" y="4023360"/>
            <a:ext cx="5201920" cy="2926080"/>
          </a:xfrm>
          <a:prstGeom prst="rect">
            <a:avLst/>
          </a:prstGeom>
        </p:spPr>
      </p:pic>
      <p:pic>
        <p:nvPicPr>
          <p:cNvPr id="4" name="Image"/>
          <p:cNvPicPr/>
          <p:nvPr/>
        </p:nvPicPr>
        <p:blipFill>
          <a:blip r:embed="rId4"/>
          <a:stretch>
            <a:fillRect/>
          </a:stretch>
        </p:blipFill>
        <p:spPr>
          <a:xfrm>
            <a:off x="7152640" y="4619413"/>
            <a:ext cx="5201920" cy="1733973"/>
          </a:xfrm>
          <a:prstGeom prst="rect">
            <a:avLst/>
          </a:prstGeom>
        </p:spPr>
      </p:pic>
      <p:pic>
        <p:nvPicPr>
          <p:cNvPr id="5" name="Image"/>
          <p:cNvPicPr/>
          <p:nvPr/>
        </p:nvPicPr>
        <p:blipFill>
          <a:blip r:embed="rId5"/>
          <a:stretch>
            <a:fillRect/>
          </a:stretch>
        </p:blipFill>
        <p:spPr>
          <a:xfrm>
            <a:off x="650240" y="365760"/>
            <a:ext cx="5201920" cy="2926080"/>
          </a:xfrm>
          <a:prstGeom prst="rect">
            <a:avLst/>
          </a:prstGeom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render-slides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render-slides deck</dc:title>
  <dc:creator>render-slides</dc:creator>
</cp:coreProperties>
</file>