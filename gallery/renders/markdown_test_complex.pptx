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Sz cx="13004800" cy="7315200" type="wide"/>
  <p:notesSz cx="6858000" cy="9144000"/>
  <p:sldIdLst>
    <p:sldId id="256" r:id="rId1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0336" y="2092147"/>
            <a:ext cx="11184128" cy="408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buNone/>
            </a:pPr>
            <a:r>
              <a:rPr lang="en-US" sz="2000">
                <a:latin typeface="Arial"/>
              </a:rPr>
              <a:t>Here is a paragraph with </a:t>
            </a:r>
            <a:r>
              <a:rPr lang="en-US" sz="2000" b="1">
                <a:latin typeface="Arial"/>
              </a:rPr>
              <a:t>bold</a:t>
            </a:r>
            <a:r>
              <a:rPr lang="en-US" sz="2000">
                <a:latin typeface="Arial"/>
              </a:rPr>
              <a:t>, </a:t>
            </a:r>
            <a:r>
              <a:rPr lang="en-US" sz="2000" i="1">
                <a:latin typeface="Arial"/>
              </a:rPr>
              <a:t>italic</a:t>
            </a:r>
            <a:r>
              <a:rPr lang="en-US" sz="2000">
                <a:latin typeface="Arial"/>
              </a:rPr>
              <a:t>, and </a:t>
            </a:r>
            <a:r>
              <a:rPr lang="en-US" sz="2000" strike="sngStrike">
                <a:latin typeface="Arial"/>
              </a:rPr>
              <a:t>strikethrough</a:t>
            </a:r>
            <a:r>
              <a:rPr lang="en-US" sz="2000">
                <a:latin typeface="Arial"/>
              </a:rPr>
              <a:t> text. You can also write </a:t>
            </a:r>
            <a:r>
              <a:rPr lang="en-US" sz="2000">
                <a:latin typeface="Courier New"/>
              </a:rPr>
              <a:t>inline code</a:t>
            </a:r>
            <a:r>
              <a:rPr lang="en-US" sz="2000">
                <a:latin typeface="Arial"/>
              </a:rPr>
              <a:t>.</a:t>
            </a:r>
          </a:p>
          <a:p>
            <a:pPr algn="l">
              <a:buNone/>
            </a:pPr>
            <a:r>
              <a:rPr lang="en-US" sz="2000">
                <a:latin typeface="Arial"/>
              </a:rPr>
              <a:t>This is a blockquote.</a:t>
            </a:r>
            <a:r>
              <a:rPr lang="en-US" sz="2000">
                <a:latin typeface="Arial"/>
              </a:rPr>
              <a:t>
</a:t>
            </a:r>
            <a:r>
              <a:rPr lang="en-US" sz="2000">
                <a:latin typeface="Arial"/>
              </a:rPr>
              <a:t>It can span multiple lines.</a:t>
            </a:r>
          </a:p>
          <a:p>
            <a:pPr algn="l">
              <a:buNone/>
            </a:pPr>
            <a:r>
              <a:rPr lang="en-US" sz="2000">
                <a:latin typeface="Arial"/>
              </a:rPr>
              <a:t>Here is an unordered list:</a:t>
            </a:r>
          </a:p>
          <a:p>
            <a:pPr algn="l" lvl="0" marL="342900" indent="-342900">
              <a:buFont typeface="Arial"/>
              <a:buChar char="•"/>
            </a:pPr>
            <a:r>
              <a:rPr lang="en-US" sz="2000">
                <a:latin typeface="Arial"/>
              </a:rPr>
              <a:t>Item 1</a:t>
            </a:r>
          </a:p>
          <a:p>
            <a:pPr algn="l" lvl="0" marL="342900" indent="-342900">
              <a:buFont typeface="Arial"/>
              <a:buChar char="•"/>
            </a:pPr>
            <a:r>
              <a:rPr lang="en-US" sz="2000">
                <a:latin typeface="Arial"/>
              </a:rPr>
              <a:t>Item 2 with a nested code block:</a:t>
            </a:r>
          </a:p>
          <a:p>
            <a:pPr algn="l" lvl="0" marL="342900" indent="-342900">
              <a:buFont typeface="Arial"/>
              <a:buChar char="•"/>
            </a:pPr>
            <a:r>
              <a:rPr lang="en-US" sz="2000">
                <a:latin typeface="Courier New"/>
              </a:rPr>
              <a:t>let x = 10;
</a:t>
            </a:r>
            <a:r>
              <a:rPr lang="en-US" sz="2000">
                <a:latin typeface="Courier New"/>
              </a:rPr>
              <a:t>let y = 20;</a:t>
            </a:r>
          </a:p>
          <a:p>
            <a:pPr algn="l" lvl="0" marL="342900" indent="-342900">
              <a:buFont typeface="Arial"/>
              <a:buChar char="•"/>
            </a:pPr>
            <a:r>
              <a:rPr lang="en-US" sz="2000">
                <a:latin typeface="Arial"/>
              </a:rPr>
              <a:t>Item 3</a:t>
            </a:r>
          </a:p>
          <a:p>
            <a:pPr algn="l">
              <a:buNone/>
            </a:pPr>
            <a:r>
              <a:rPr lang="en-US" sz="2000">
                <a:latin typeface="Arial"/>
              </a:rPr>
              <a:t>And an ordered list:</a:t>
            </a:r>
          </a:p>
          <a:p>
            <a:pPr algn="l" lvl="0" marL="342900" indent="-342900">
              <a:buAutoNum type="arabicPeriod"/>
            </a:pPr>
            <a:r>
              <a:rPr lang="en-US" sz="2000">
                <a:latin typeface="Arial"/>
              </a:rPr>
              <a:t>First step</a:t>
            </a:r>
          </a:p>
          <a:p>
            <a:pPr algn="l" lvl="0" marL="342900" indent="-342900">
              <a:buAutoNum type="arabicPeriod"/>
            </a:pPr>
            <a:r>
              <a:rPr lang="en-US" sz="2000">
                <a:latin typeface="Arial"/>
              </a:rPr>
              <a:t>Second step</a:t>
            </a:r>
          </a:p>
          <a:p>
            <a:pPr algn="l">
              <a:buNone/>
            </a:pPr>
            <a:r>
              <a:rPr lang="en-US" sz="2000">
                <a:latin typeface="Arial"/>
              </a:rPr>
              <a:t>End of test.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0336" y="687628"/>
            <a:ext cx="11184128" cy="6095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buNone/>
            </a:pPr>
            <a:r>
              <a:rPr lang="en-US" sz="4000" b="1">
                <a:latin typeface="Arial"/>
              </a:rPr>
              <a:t>Markdown Test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render-slides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render-slides deck</dc:title>
  <dc:creator>render-slides</dc:creator>
</cp:coreProperties>
</file>