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3901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1600">
                <a:latin typeface="Arial"/>
              </a:rPr>
              <a:t>Here is a paragraph with </a:t>
            </a:r>
            <a:r>
              <a:rPr lang="en-US" sz="1600" b="1">
                <a:latin typeface="Arial"/>
              </a:rPr>
              <a:t>bold</a:t>
            </a:r>
            <a:r>
              <a:rPr lang="en-US" sz="1600">
                <a:latin typeface="Arial"/>
              </a:rPr>
              <a:t>, </a:t>
            </a:r>
            <a:r>
              <a:rPr lang="en-US" sz="1600" i="1">
                <a:latin typeface="Arial"/>
              </a:rPr>
              <a:t>italic</a:t>
            </a:r>
            <a:r>
              <a:rPr lang="en-US" sz="1600">
                <a:latin typeface="Arial"/>
              </a:rPr>
              <a:t>, and </a:t>
            </a:r>
            <a:r>
              <a:rPr lang="en-US" sz="1600" strike="sngStrike">
                <a:latin typeface="Arial"/>
              </a:rPr>
              <a:t>strikethrough</a:t>
            </a:r>
            <a:r>
              <a:rPr lang="en-US" sz="1600">
                <a:latin typeface="Arial"/>
              </a:rPr>
              <a:t> text. You can also write </a:t>
            </a:r>
            <a:r>
              <a:rPr lang="en-US" sz="1600">
                <a:latin typeface="Courier New"/>
              </a:rPr>
              <a:t>inline code</a:t>
            </a:r>
            <a:r>
              <a:rPr lang="en-US" sz="1600">
                <a:latin typeface="Arial"/>
              </a:rPr>
              <a:t>.</a:t>
            </a:r>
          </a:p>
          <a:p>
            <a:pPr algn="l">
              <a:buNone/>
            </a:pPr>
            <a:r>
              <a:rPr lang="en-US" sz="1600">
                <a:latin typeface="Arial"/>
              </a:rPr>
              <a:t>This is a blockquote.</a:t>
            </a:r>
            <a:r>
              <a:rPr lang="en-US" sz="1600">
                <a:latin typeface="Arial"/>
              </a:rPr>
              <a:t>
</a:t>
            </a:r>
            <a:r>
              <a:rPr lang="en-US" sz="1600">
                <a:latin typeface="Arial"/>
              </a:rPr>
              <a:t>It can span multiple lines.</a:t>
            </a:r>
          </a:p>
          <a:p>
            <a:pPr algn="l">
              <a:buNone/>
            </a:pPr>
            <a:r>
              <a:rPr lang="en-US" sz="1600">
                <a:latin typeface="Arial"/>
              </a:rPr>
              <a:t>Here is an unordered list: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600">
                <a:latin typeface="Arial"/>
              </a:rPr>
              <a:t>Item 1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600">
                <a:latin typeface="Arial"/>
              </a:rPr>
              <a:t>Item 2 with a nested code block: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600">
                <a:latin typeface="Courier New"/>
              </a:rPr>
              <a:t>let x = 10;
</a:t>
            </a:r>
            <a:r>
              <a:rPr lang="en-US" sz="1600">
                <a:latin typeface="Courier New"/>
              </a:rPr>
              <a:t>let y = 20;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600">
                <a:latin typeface="Arial"/>
              </a:rPr>
              <a:t>Item 3</a:t>
            </a:r>
          </a:p>
          <a:p>
            <a:pPr algn="l">
              <a:buNone/>
            </a:pPr>
            <a:r>
              <a:rPr lang="en-US" sz="1600">
                <a:latin typeface="Arial"/>
              </a:rPr>
              <a:t>And an ordered list:</a:t>
            </a:r>
          </a:p>
          <a:p>
            <a:pPr algn="l" lvl="0" marL="342900" indent="-342900">
              <a:buAutoNum type="arabicPeriod"/>
            </a:pPr>
            <a:r>
              <a:rPr lang="en-US" sz="1600">
                <a:latin typeface="Arial"/>
              </a:rPr>
              <a:t>First step</a:t>
            </a:r>
          </a:p>
          <a:p>
            <a:pPr algn="l" lvl="0" marL="342900" indent="-342900">
              <a:buAutoNum type="arabicPeriod"/>
            </a:pPr>
            <a:r>
              <a:rPr lang="en-US" sz="1600">
                <a:latin typeface="Arial"/>
              </a:rPr>
              <a:t>Second step</a:t>
            </a:r>
          </a:p>
          <a:p>
            <a:pPr algn="l">
              <a:buNone/>
            </a:pPr>
            <a:r>
              <a:rPr lang="en-US" sz="1600">
                <a:latin typeface="Arial"/>
              </a:rPr>
              <a:t>End of test.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687628"/>
            <a:ext cx="11184128" cy="6095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Markdown Test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