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Sz cx="13004800" cy="7315200" type="wide"/>
  <p:notesSz cx="6858000" cy="9144000"/>
  <p:sldIdLst>
    <p:sldId id="256" r:id="rId1"/>
  </p:sldIdLst>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0336" y="2092147"/>
            <a:ext cx="11184128" cy="3901440"/>
          </a:xfrm>
          <a:prstGeom prst="rect">
            <a:avLst/>
          </a:prstGeom>
          <a:noFill/>
        </p:spPr>
        <p:txBody>
          <a:bodyPr wrap="square" lIns="0" rIns="0" tIns="0" bIns="0"/>
          <a:lstStyle/>
          <a:p>
            <a:pPr algn="l">
              <a:buNone/>
            </a:pPr>
            <a:r>
              <a:rPr lang="en-US" sz="2000">
                <a:latin typeface="Arial"/>
              </a:rPr>
              <a:t>Here is a list to test multi-level indentation and line height continuity:</a:t>
            </a:r>
          </a:p>
          <a:p>
            <a:pPr algn="l" lvl="0" marL="342900" indent="-342900">
              <a:buFont typeface="Arial"/>
              <a:buChar char="•"/>
            </a:pPr>
            <a:r>
              <a:rPr lang="en-US" sz="2000">
                <a:latin typeface="Arial"/>
              </a:rPr>
              <a:t>Level 1 Bullet</a:t>
            </a:r>
            <a:r>
              <a:rPr lang="en-US" sz="2000">
                <a:latin typeface="Arial"/>
              </a:rPr>
              <a:t>Level 2 Bullet</a:t>
            </a:r>
            <a:r>
              <a:rPr lang="en-US" sz="2000">
                <a:latin typeface="Arial"/>
              </a:rPr>
              <a:t>Level 3 Bullet</a:t>
            </a:r>
            <a:r>
              <a:rPr lang="en-US" sz="2000">
                <a:latin typeface="Arial"/>
              </a:rPr>
              <a:t>Level 4 Bullet</a:t>
            </a:r>
            <a:r>
              <a:rPr lang="en-US" sz="2000">
                <a:latin typeface="Arial"/>
              </a:rPr>
              <a:t>Level 5 Bullet</a:t>
            </a:r>
          </a:p>
          <a:p>
            <a:pPr algn="l" lvl="0" marL="342900" indent="-342900">
              <a:buAutoNum type="arabicPeriod"/>
            </a:pPr>
            <a:r>
              <a:rPr lang="en-US" sz="2000">
                <a:latin typeface="Arial"/>
              </a:rPr>
              <a:t>Ordered List Item 1</a:t>
            </a:r>
            <a:r>
              <a:rPr lang="en-US" sz="2000">
                <a:latin typeface="Arial"/>
              </a:rPr>
              <a:t>Nested Ordered List Item 1</a:t>
            </a:r>
          </a:p>
          <a:p>
            <a:pPr algn="l" lvl="1" marL="685800" indent="-342900">
              <a:buAutoNum type="arabicPeriod"/>
            </a:pPr>
            <a:r>
              <a:rPr lang="en-US" sz="2000">
                <a:latin typeface="Arial"/>
              </a:rPr>
              <a:t>Nested Ordered List Item 2</a:t>
            </a:r>
          </a:p>
          <a:p>
            <a:pPr algn="l" lvl="0" marL="342900" indent="-342900">
              <a:buAutoNum type="arabicPeriod"/>
            </a:pPr>
            <a:r>
              <a:rPr lang="en-US" sz="2000">
                <a:latin typeface="Arial"/>
              </a:rPr>
              <a:t>Ordered List Item 2</a:t>
            </a:r>
            <a:r>
              <a:rPr lang="en-US" sz="2000">
                <a:latin typeface="Arial"/>
              </a:rPr>
              <a:t>Mixed Unordered Item 1</a:t>
            </a:r>
          </a:p>
          <a:p>
            <a:pPr algn="l" lvl="1" marL="685800" indent="-342900">
              <a:buFont typeface="Arial"/>
              <a:buChar char="•"/>
            </a:pPr>
            <a:r>
              <a:rPr lang="en-US" sz="2000">
                <a:latin typeface="Arial"/>
              </a:rPr>
              <a:t>Mixed Unordered Item 2</a:t>
            </a:r>
          </a:p>
          <a:p>
            <a:pPr algn="l" lvl="0" marL="342900" indent="-342900">
              <a:buFont typeface="Arial"/>
              <a:buChar char="•"/>
            </a:pPr>
            <a:r>
              <a:rPr lang="en-US" sz="2000">
                <a:latin typeface="Arial"/>
              </a:rPr>
              <a:t>A very long list item to test how text wraps when indented. We want to ensure that the second line of the bullet point lines up exactly with the first line of the text, rather than wrapping all the way to the left margin. This is crucial for readability.</a:t>
            </a:r>
            <a:r>
              <a:rPr lang="en-US" sz="2000">
                <a:latin typeface="Arial"/>
              </a:rPr>
              <a:t>Another very long nested list item to verify that the indentation margin is additive. The wrap margin should perfectly align with the bullet point's indent level.</a:t>
            </a:r>
          </a:p>
        </p:txBody>
      </p:sp>
      <p:sp>
        <p:nvSpPr>
          <p:cNvPr id="3" name="TextBox 3"/>
          <p:cNvSpPr txBox="1"/>
          <p:nvPr/>
        </p:nvSpPr>
        <p:spPr>
          <a:xfrm>
            <a:off x="910336" y="687628"/>
            <a:ext cx="11184128" cy="609599"/>
          </a:xfrm>
          <a:prstGeom prst="rect">
            <a:avLst/>
          </a:prstGeom>
          <a:noFill/>
        </p:spPr>
        <p:txBody>
          <a:bodyPr wrap="square" lIns="0" rIns="0" tIns="0" bIns="0"/>
          <a:lstStyle/>
          <a:p>
            <a:pPr algn="l">
              <a:buNone/>
            </a:pPr>
            <a:r>
              <a:rPr lang="en-US" sz="4000" b="1">
                <a:latin typeface="Arial"/>
              </a:rPr>
              <a:t>Nested Lists and Indentations</a:t>
            </a:r>
          </a:p>
        </p:txBody>
      </p:sp>
    </p:spTree>
  </p:cSld>
  <p:clrMapOvr>
    <a:masterClrMapping/>
  </p:clrMapOvr>
</p:sld>
</file>

<file path=docProps/app.xml><?xml version="1.0" encoding="utf-8"?>
<Properties xmlns="http://schemas.openxmlformats.org/officeDocument/2006/extended-properties" xmlns:vt="http://schemas.openxmlformats.org/officeDocument/2006/docPropsVTypes">
  <Application>render-slides</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render-slides deck</dc:title>
  <dc:creator>render-slides</dc:creator>
</cp:coreProperties>
</file>