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2092147"/>
            <a:ext cx="11184128" cy="409651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lang="en-US" sz="2400">
                <a:latin typeface="Arial"/>
              </a:rPr>
              <a:t>- Launch metrics exceeded goal</a:t>
            </a:r>
          </a:p>
          <a:p>
            <a:pPr algn="l"/>
            <a:r>
              <a:rPr lang="en-US" sz="2400">
                <a:latin typeface="Arial"/>
              </a:rPr>
              <a:t>- Onboarded 3 pilot customers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0336" y="687628"/>
            <a:ext cx="11184128" cy="114117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lang="en-US" sz="4000" b="1">
                <a:latin typeface="Arial"/>
              </a:rPr>
              <a:t>Q2 Product Update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