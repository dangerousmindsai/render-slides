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2092147"/>
            <a:ext cx="1118412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 lvl="0" marL="342900" indent="-342900">
              <a:buFont typeface="Arial"/>
              <a:buChar char="•"/>
            </a:pPr>
            <a:r>
              <a:rPr lang="en-US" sz="2400">
                <a:latin typeface="Arial"/>
              </a:rPr>
              <a:t>Launch metrics exceeded goal</a:t>
            </a:r>
          </a:p>
          <a:p>
            <a:pPr algn="l" lvl="0" marL="342900" indent="-342900">
              <a:buFont typeface="Arial"/>
              <a:buChar char="•"/>
            </a:pPr>
            <a:r>
              <a:rPr lang="en-US" sz="2400">
                <a:latin typeface="Arial"/>
              </a:rPr>
              <a:t>Onboarded 3 pilot customers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0336" y="687628"/>
            <a:ext cx="11184128" cy="609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4000" b="1">
                <a:latin typeface="Arial"/>
              </a:rPr>
              <a:t>Q2 Product Update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