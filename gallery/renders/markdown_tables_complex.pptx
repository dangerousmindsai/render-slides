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Sz cx="13004800" cy="7315200" type="wide"/>
  <p:notesSz cx="6858000" cy="9144000"/>
  <p:sldIdLst>
    <p:sldId id="256" r:id="rId1"/>
  </p:sldIdLst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10336" y="2092147"/>
            <a:ext cx="1118412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2400">
                <a:latin typeface="Arial"/>
              </a:rPr>
              <a:t>Here is a standard markdown table testing various alignments and column widths:</a:t>
            </a:r>
          </a:p>
        </p:txBody>
      </p:sp>
      <p:graphicFrame>
        <p:nvGraphicFramePr>
          <p:cNvPr id="3" name="Table3"/>
          <p:cNvGraphicFramePr>
            <a:graphicFrameLocks noGrp="1"/>
          </p:cNvGraphicFramePr>
          <p:nvPr/>
        </p:nvGraphicFramePr>
        <p:xfrm>
          <a:off x="910336" y="2838907"/>
          <a:ext cx="11184128" cy="1097280"/>
        </p:xfrm>
        <a:graphic>
          <a:graphicData uri="http://schemas.openxmlformats.org/drawingml/2006/table">
            <a:tbl>
              <a:tblPr/>
              <a:tblGrid>
                <a:gridCol w="2796032"/>
                <a:gridCol w="2796032"/>
                <a:gridCol w="2796032"/>
                <a:gridCol w="2796032"/>
              </a:tblGrid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rial"/>
                        </a:rPr>
                        <a:t>Cell 1,1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rial"/>
                        </a:rPr>
                        <a:t>Cell 1,2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Arial"/>
                        </a:rPr>
                        <a:t>Cell 1,3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400">
                          <a:latin typeface="Arial"/>
                        </a:rPr>
                        <a:t>Cell 1,4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rial"/>
                        </a:rPr>
                        <a:t>A longer text cell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rial"/>
                        </a:rPr>
                        <a:t>Short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latin typeface="Arial"/>
                        </a:rPr>
                        <a:t>Bold</a:t>
                      </a:r>
                      <a:r>
                        <a:rPr lang="en-US" sz="2400">
                          <a:latin typeface="Arial"/>
                        </a:rPr>
                        <a:t> text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400" i="1">
                          <a:latin typeface="Arial"/>
                        </a:rPr>
                        <a:t>Italic</a:t>
                      </a:r>
                      <a:r>
                        <a:rPr lang="en-US" sz="2400">
                          <a:latin typeface="Arial"/>
                        </a:rPr>
                        <a:t> text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rial"/>
                        </a:rPr>
                        <a:t>Row 3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400">
                          <a:latin typeface="Arial"/>
                        </a:rPr>
                        <a:t>Data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>
                          <a:latin typeface="Arial"/>
                        </a:rPr>
                        <a:t>Data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2400">
                          <a:latin typeface="Arial"/>
                        </a:rPr>
                        <a:t>Data</a:t>
                      </a:r>
                    </a:p>
                  </a:txBody>
                  <a:tcPr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4"/>
          <p:cNvSpPr txBox="1"/>
          <p:nvPr/>
        </p:nvSpPr>
        <p:spPr>
          <a:xfrm>
            <a:off x="910336" y="3951427"/>
            <a:ext cx="11184128" cy="7315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2400">
                <a:latin typeface="Arial"/>
              </a:rPr>
              <a:t>We also need to make sure that text occurring after the table renders correctly.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0336" y="687628"/>
            <a:ext cx="11184128" cy="609599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buNone/>
            </a:pPr>
            <a:r>
              <a:rPr lang="en-US" sz="4000" b="1">
                <a:latin typeface="Arial"/>
              </a:rPr>
              <a:t>Markdown Tables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render-slides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render-slides deck</dc:title>
  <dc:creator>render-slides</dc:creator>
</cp:coreProperties>
</file>