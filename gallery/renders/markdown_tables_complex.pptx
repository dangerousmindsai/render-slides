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2092147"/>
            <a:ext cx="11184128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400">
                <a:latin typeface="Arial"/>
              </a:rPr>
              <a:t>Here is a standard markdown table testing various alignments and column widths:</a:t>
            </a:r>
          </a:p>
        </p:txBody>
      </p:sp>
      <p:graphicFrame>
        <p:nvGraphicFramePr>
          <p:cNvPr id="3" name="Table3"/>
          <p:cNvGraphicFramePr>
            <a:graphicFrameLocks noGrp="1"/>
          </p:cNvGraphicFramePr>
          <p:nvPr/>
        </p:nvGraphicFramePr>
        <p:xfrm>
          <a:off x="910336" y="2933395"/>
          <a:ext cx="11184128" cy="1097280"/>
        </p:xfrm>
        <a:graphic>
          <a:graphicData uri="http://schemas.openxmlformats.org/drawingml/2006/table">
            <a:tbl>
              <a:tblPr/>
              <a:tblGrid>
                <a:gridCol w="2796032"/>
                <a:gridCol w="2796032"/>
                <a:gridCol w="2796032"/>
                <a:gridCol w="2796032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Cell 1,1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Cell 1,2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latin typeface="Arial"/>
                        </a:rPr>
                        <a:t>Cell 1,3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2400">
                          <a:latin typeface="Arial"/>
                        </a:rPr>
                        <a:t>Cell 1,4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A longer text cell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Short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>
                          <a:latin typeface="Arial"/>
                        </a:rPr>
                        <a:t>Bold</a:t>
                      </a:r>
                      <a:r>
                        <a:rPr lang="en-US" sz="2400">
                          <a:latin typeface="Arial"/>
                        </a:rPr>
                        <a:t> text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2400" i="1">
                          <a:latin typeface="Arial"/>
                        </a:rPr>
                        <a:t>Italic</a:t>
                      </a:r>
                      <a:r>
                        <a:rPr lang="en-US" sz="2400">
                          <a:latin typeface="Arial"/>
                        </a:rPr>
                        <a:t> text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Row 3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Data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latin typeface="Arial"/>
                        </a:rPr>
                        <a:t>Data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2400">
                          <a:latin typeface="Arial"/>
                        </a:rPr>
                        <a:t>Data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910336" y="4140403"/>
            <a:ext cx="11184128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400">
                <a:latin typeface="Arial"/>
              </a:rPr>
              <a:t>We also need to make sure that text occurring after the table renders correctly.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0336" y="687628"/>
            <a:ext cx="11184128" cy="6095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000" b="1">
                <a:latin typeface="Arial"/>
              </a:rPr>
              <a:t>Markdown Tables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